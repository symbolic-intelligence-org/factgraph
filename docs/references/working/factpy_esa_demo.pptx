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factpy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Reasoning for Regulated Domains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ESSB-ST-U-007 Space Debris Mitigation — Compliance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Feikert  &amp;  ZhenZhi 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decisions in space engineering must be traceable, auditable, reproducible, and explainable.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Traceable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linked to specific evidence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Auditable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process must be inspectable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Reproducible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→ same outputs, always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4747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2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Explainable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reviewers must understand why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track what needs to be checked.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prove whether it passes — or why.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DOORS / Jama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Core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Formal logic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Hierarchical 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provenance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Souffle proof trees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Certainty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Weighted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Exportable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Document-based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Machine + 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Reviewer-dependent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Deterministic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factpy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298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ECSS compliance rules as formal Datalog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Facts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data with source, date, confidence metadata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evaluates rules against facts deterministically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297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tree + certainty + provenance + HTML site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ESSB-ST-U-007: The Rules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compliance rules encoded as formal Datalog, covering: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Check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 ≥ threshold (90% single / 95% constellation)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Check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collision probability ≤ 0.1% (1:1000)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Passivation 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697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energy sources depleted or made safe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Branching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vs constellation → different thresholds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Compliance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compliant = ALL sub-checks 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0400" y="4206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failure derivation showing exactly what failed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formally defined, auditable, and deterministic — not AI-generated guesses.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Missions, Two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SENTINEL-7  ✅ COMPLIANT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probability: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(threshold: 90%)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probability: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 (threshold: 0.1%)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Passivation: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1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SWARM-9  ❌ NON-COMPLIANT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probability: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(threshold: 95%) ❌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probability: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0.12% (threshold: 0.1%) ❌
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Passivation: 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Tree: Complete Proof Chain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conclusion comes with a hierarchical proof — from the result back to individual facts.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173736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737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Derived Result: COMPLIANT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24688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5B7BB4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Supporting Evidence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246888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7E57C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468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Rule Chain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ruleref: resolved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2004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3200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eq: satisfied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20040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7E57C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q.disposal_check v1.0.0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user:tag → [920000 ppm]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4480560"/>
            <a:ext cx="320040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assertion: 920000 ≥ 900000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Certainty Scoring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 has a weight (importance) and confidence (data quality).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= weight × confidence. The weakest condition is the bottleneck.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1828800" cy="18288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b0.a1  (w=0.4)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weakest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514600"/>
            <a:ext cx="4297680" cy="320040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2514600"/>
            <a:ext cx="1719072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285232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b0.a0  (w=0.9)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3611880"/>
            <a:ext cx="4297680" cy="320040"/>
          </a:xfrm>
          <a:prstGeom prst="roundRect">
            <a:avLst>
              <a:gd name="adj" fmla="val 14286"/>
            </a:avLst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3611880"/>
            <a:ext cx="2707538" cy="320040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73698" y="36118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 Provenance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 reconstruction — directly from the Souffle reasoning engine.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(R1): disposal_check(SENTINEL-7, 920000, 900000)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 (R1): disposal_probability(SENTINEL-7, 920000)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RULE (R1): chosen_asrt(SENTINEL-7, asrt_001)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FACT: claim("asrt_001", "ecss:disposal_probability", ...)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FACT: claim_arg("asrt_001", "0", "920000")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 (R1): disposal_threshold(SENTINEL-7, 900000)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FACT: 920000 &gt;= 900000  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Audit Package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exportable. No special software needed — just a browser.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audit package (JSONL)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88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HTML audit site — open in any browser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611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proof trees (JSON)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summary.txt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compliance summary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runs in &lt; 3 seconds  •  5 candidates  •  3 provenance trees  •  26-page audit site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to ESA's Open Discovery programme to explore: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additional ECSS standards (ECSS-M-ST-10, ECSS-E-ST-10-02)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real mission data with ESA project teams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DOORS / existing requirements databases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rule authoring for non-programmers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factpy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Reasoning for Regulated Domains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01752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Raphael Feikert  &amp;  ZhenZhi Li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factpy: Auditable Reasoning for ECSS Compliance</dc:title>
  <dc:subject>PptxGenJS Presentation</dc:subject>
  <dc:creator>Raphael Feikert &amp; ZhenZhi Li</dc:creator>
  <cp:lastModifiedBy>Raphael Feikert &amp; ZhenZhi Li</cp:lastModifiedBy>
  <cp:revision>1</cp:revision>
  <dcterms:created xsi:type="dcterms:W3CDTF">2026-03-23T14:08:22Z</dcterms:created>
  <dcterms:modified xsi:type="dcterms:W3CDTF">2026-03-23T14:08:22Z</dcterms:modified>
</cp:coreProperties>
</file>